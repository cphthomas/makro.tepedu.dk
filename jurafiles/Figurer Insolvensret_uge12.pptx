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293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869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866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392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506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927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876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612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195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36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79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2732-7E68-441D-A53A-1B6A58986EC5}" type="datetimeFigureOut">
              <a:rPr lang="da-DK" smtClean="0"/>
              <a:t>27-11-2025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85F49-6B6F-4960-B7EF-66F04A57D7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972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dertitel 2"/>
          <p:cNvSpPr txBox="1">
            <a:spLocks/>
          </p:cNvSpPr>
          <p:nvPr/>
        </p:nvSpPr>
        <p:spPr>
          <a:xfrm>
            <a:off x="3617224" y="5924550"/>
            <a:ext cx="8624471" cy="1062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a-DK" sz="1200" dirty="0">
                <a:solidFill>
                  <a:schemeClr val="tx1"/>
                </a:solidFill>
              </a:rPr>
              <a:t>©Erhvervsjura – For de finansielle uddannelser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Lars Bo Langsted, Bjarke Tinten, Kennet Fischer </a:t>
            </a:r>
            <a:r>
              <a:rPr lang="da-DK" sz="1200" dirty="0" err="1">
                <a:solidFill>
                  <a:schemeClr val="tx1"/>
                </a:solidFill>
              </a:rPr>
              <a:t>Föh</a:t>
            </a:r>
            <a:r>
              <a:rPr lang="da-DK" sz="1200" dirty="0">
                <a:solidFill>
                  <a:schemeClr val="tx1"/>
                </a:solidFill>
              </a:rPr>
              <a:t>, Lotte Dupont-</a:t>
            </a:r>
            <a:r>
              <a:rPr lang="da-DK" sz="1200" dirty="0" err="1">
                <a:solidFill>
                  <a:schemeClr val="tx1"/>
                </a:solidFill>
              </a:rPr>
              <a:t>Mersing</a:t>
            </a:r>
            <a:r>
              <a:rPr lang="da-DK" sz="1200" dirty="0">
                <a:solidFill>
                  <a:schemeClr val="tx1"/>
                </a:solidFill>
              </a:rPr>
              <a:t>, 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Mille Camilla Alberg Skammelsen &amp; Anne Mette Bryde Nibe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Hans Reitzels Forlag, 2017</a:t>
            </a:r>
          </a:p>
          <a:p>
            <a:endParaRPr lang="da-DK" sz="1200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81559" cy="6858000"/>
          </a:xfrm>
          <a:prstGeom prst="rect">
            <a:avLst/>
          </a:prstGeom>
        </p:spPr>
      </p:pic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19" y="914187"/>
            <a:ext cx="7651163" cy="48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2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dertitel 2"/>
          <p:cNvSpPr txBox="1">
            <a:spLocks/>
          </p:cNvSpPr>
          <p:nvPr/>
        </p:nvSpPr>
        <p:spPr>
          <a:xfrm>
            <a:off x="3617224" y="5924550"/>
            <a:ext cx="8624471" cy="1062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a-DK" sz="1200" dirty="0">
                <a:solidFill>
                  <a:schemeClr val="tx1"/>
                </a:solidFill>
              </a:rPr>
              <a:t>©Erhvervsjura – For de finansielle uddannelser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Lars Bo Langsted, Bjarke Tinten, Kennet Fischer </a:t>
            </a:r>
            <a:r>
              <a:rPr lang="da-DK" sz="1200" dirty="0" err="1">
                <a:solidFill>
                  <a:schemeClr val="tx1"/>
                </a:solidFill>
              </a:rPr>
              <a:t>Föh</a:t>
            </a:r>
            <a:r>
              <a:rPr lang="da-DK" sz="1200" dirty="0">
                <a:solidFill>
                  <a:schemeClr val="tx1"/>
                </a:solidFill>
              </a:rPr>
              <a:t>, Lotte Dupont-</a:t>
            </a:r>
            <a:r>
              <a:rPr lang="da-DK" sz="1200" dirty="0" err="1">
                <a:solidFill>
                  <a:schemeClr val="tx1"/>
                </a:solidFill>
              </a:rPr>
              <a:t>Mersing</a:t>
            </a:r>
            <a:r>
              <a:rPr lang="da-DK" sz="1200" dirty="0">
                <a:solidFill>
                  <a:schemeClr val="tx1"/>
                </a:solidFill>
              </a:rPr>
              <a:t>, 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Mille Camilla Alberg Skammelsen &amp; Anne Mette Bryde Nibe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Hans Reitzels Forlag, 2017</a:t>
            </a:r>
          </a:p>
          <a:p>
            <a:endParaRPr lang="da-DK" sz="1200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81559" cy="6858000"/>
          </a:xfrm>
          <a:prstGeom prst="rect">
            <a:avLst/>
          </a:prstGeom>
        </p:spPr>
      </p:pic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394" y="2368875"/>
            <a:ext cx="7695718" cy="21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1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dertitel 2"/>
          <p:cNvSpPr txBox="1">
            <a:spLocks/>
          </p:cNvSpPr>
          <p:nvPr/>
        </p:nvSpPr>
        <p:spPr>
          <a:xfrm>
            <a:off x="3617224" y="5924550"/>
            <a:ext cx="8624471" cy="1062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a-DK" sz="1200" dirty="0">
                <a:solidFill>
                  <a:schemeClr val="tx1"/>
                </a:solidFill>
              </a:rPr>
              <a:t>©Erhvervsjura – For de finansielle uddannelser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Lars Bo Langsted, Bjarke Tinten, Kennet Fischer </a:t>
            </a:r>
            <a:r>
              <a:rPr lang="da-DK" sz="1200" dirty="0" err="1">
                <a:solidFill>
                  <a:schemeClr val="tx1"/>
                </a:solidFill>
              </a:rPr>
              <a:t>Föh</a:t>
            </a:r>
            <a:r>
              <a:rPr lang="da-DK" sz="1200" dirty="0">
                <a:solidFill>
                  <a:schemeClr val="tx1"/>
                </a:solidFill>
              </a:rPr>
              <a:t>, Lotte Dupont-</a:t>
            </a:r>
            <a:r>
              <a:rPr lang="da-DK" sz="1200" dirty="0" err="1">
                <a:solidFill>
                  <a:schemeClr val="tx1"/>
                </a:solidFill>
              </a:rPr>
              <a:t>Mersing</a:t>
            </a:r>
            <a:r>
              <a:rPr lang="da-DK" sz="1200" dirty="0">
                <a:solidFill>
                  <a:schemeClr val="tx1"/>
                </a:solidFill>
              </a:rPr>
              <a:t>, 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Mille Camilla Alberg Skammelsen &amp; Anne Mette Bryde Nibe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Hans Reitzels Forlag, 2017</a:t>
            </a:r>
          </a:p>
          <a:p>
            <a:endParaRPr lang="da-DK" sz="1200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81559" cy="6858000"/>
          </a:xfrm>
          <a:prstGeom prst="rect">
            <a:avLst/>
          </a:prstGeom>
        </p:spPr>
      </p:pic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02" y="2722908"/>
            <a:ext cx="8124346" cy="2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76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dertitel 2"/>
          <p:cNvSpPr txBox="1">
            <a:spLocks/>
          </p:cNvSpPr>
          <p:nvPr/>
        </p:nvSpPr>
        <p:spPr>
          <a:xfrm>
            <a:off x="3617224" y="5924550"/>
            <a:ext cx="8624471" cy="1062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a-DK" sz="1200" dirty="0">
                <a:solidFill>
                  <a:schemeClr val="tx1"/>
                </a:solidFill>
              </a:rPr>
              <a:t>©Erhvervsjura – For de finansielle uddannelser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Lars Bo Langsted, Bjarke Tinten, Kennet Fischer </a:t>
            </a:r>
            <a:r>
              <a:rPr lang="da-DK" sz="1200" dirty="0" err="1">
                <a:solidFill>
                  <a:schemeClr val="tx1"/>
                </a:solidFill>
              </a:rPr>
              <a:t>Föh</a:t>
            </a:r>
            <a:r>
              <a:rPr lang="da-DK" sz="1200" dirty="0">
                <a:solidFill>
                  <a:schemeClr val="tx1"/>
                </a:solidFill>
              </a:rPr>
              <a:t>, Lotte Dupont-</a:t>
            </a:r>
            <a:r>
              <a:rPr lang="da-DK" sz="1200" dirty="0" err="1">
                <a:solidFill>
                  <a:schemeClr val="tx1"/>
                </a:solidFill>
              </a:rPr>
              <a:t>Mersing</a:t>
            </a:r>
            <a:r>
              <a:rPr lang="da-DK" sz="1200" dirty="0">
                <a:solidFill>
                  <a:schemeClr val="tx1"/>
                </a:solidFill>
              </a:rPr>
              <a:t>, 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Mille Camilla Alberg Skammelsen &amp; Anne Mette Bryde Nibe</a:t>
            </a:r>
          </a:p>
          <a:p>
            <a:pPr algn="r"/>
            <a:r>
              <a:rPr lang="da-DK" sz="1200" dirty="0">
                <a:solidFill>
                  <a:schemeClr val="tx1"/>
                </a:solidFill>
              </a:rPr>
              <a:t>Hans Reitzels Forlag, 2017</a:t>
            </a:r>
          </a:p>
          <a:p>
            <a:endParaRPr lang="da-DK" sz="1200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81559" cy="6858000"/>
          </a:xfrm>
          <a:prstGeom prst="rect">
            <a:avLst/>
          </a:prstGeom>
        </p:spPr>
      </p:pic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783" y="96665"/>
            <a:ext cx="4901429" cy="664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86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Office-tema</vt:lpstr>
      <vt:lpstr>PowerPoint-præsentation</vt:lpstr>
      <vt:lpstr>PowerPoint-præsentation</vt:lpstr>
      <vt:lpstr>PowerPoint-præsentation</vt:lpstr>
      <vt:lpstr>PowerPoint-præsentation</vt:lpstr>
    </vt:vector>
  </TitlesOfParts>
  <Company>Gyldendal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Søren Thestrup (SOTH - Lektor - Cphbusiness)</dc:creator>
  <cp:keywords>Insolvensret</cp:keywords>
  <cp:lastModifiedBy>Henrik Vejlgaard</cp:lastModifiedBy>
  <cp:revision>3</cp:revision>
  <dcterms:created xsi:type="dcterms:W3CDTF">2017-07-26T10:42:09Z</dcterms:created>
  <dcterms:modified xsi:type="dcterms:W3CDTF">2025-11-27T10:45:05Z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2025-11-27T10:45:05Z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3404ed20-2c9e-4226-b9d9-f53ae7ecf11a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